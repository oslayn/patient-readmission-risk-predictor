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apresentação vou mostrar o problema de predição de readmissão hospitalar precoce, a forma como os dados foram preparados, os modelos comparados e a proposta de dashboard para demonstração final. A ideia principal é perceber se conseguimos apoiar a priorização clínica identificando doentes com maior risco de voltar ao hospital em menos de 30 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 slide importa enquadrar o problema. A readmissão precoce não é apenas um resultado administrativo; é também um sinal de complexidade clínica, continuidade de cuidados e qualidade assistencial. O objetivo do projeto foi criar um modelo que ajudasse a antecipar esse risco, identificar os fatores mais relevantes e comparar abordagens com graus diferentes de interpretabilidade.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apresento a base de dados que sustenta o trabalho. Estamos a falar de mais de 101 mil registos, com dezenas de variáveis e um problema de classificação em que a classe positiva corresponde a readmissão em menos de 30 dias. A força deste dataset está em combinar sinais clínicos, terapêuticos e administrativos, permitindo uma análise mais rica do que olhar apenas para o resultado final de readmissão.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resume a preparação dos dados. Primeiro, foram removidas variáveis sem valor preditivo direto e colunas com demasiados valores em falta. Depois, houve uma fase de transformação semântica, em especial nos escalões etários e nos códigos administrativos. A etapa seguinte foi tornar os diagnósticos mais tratáveis, reduzindo a cardinalidade através de agrupamentos clínicos. Por fim, aplicou-se codificação, normalização e divisão estratificada, para garantir coerência entre 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é importante porque explica a dificuldade central do problema. A classe positiva representa apenas 11,16 por cento dos casos, o que significa que um modelo pode parecer bom apenas por acertar nos negativos. Em contexto clínico, esse raciocínio não chega. O que interessa é sinalizar doentes em risco, e por isso métricas como recall e ROC-AUC são mais úteis do que olhar apenas para a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análise exploratória permitiu identificar padrões antes da modelação. A primeira observação é a forte presença de doentes mais velhos no dataset. Depois, ao comparar grupos demográficos, não se observam diferenças muito acentuadas que, por si só, expliquem o fenómeno. O que começa a destacar-se é o histórico de utilização hospitalar: visitas anteriores, urgência e permanência parecem muito mais ligados ao risco de readmissão.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passamos da capacidade preditiva para a interpretação. O Random Forest ajuda a perceber quais as variáveis que mais pesam na decisão. O destaque vai para number_inpatient, o que faz sentido: um doente com maior histórico de internamentos tende a apresentar maior fragilidade clínica. O tipo de alta, a urgência, o número de diagnósticos e o tempo de internamento reforçam a mesma narrativa: maior complexidade e maior contacto hospitalar associam-se a maior risco de nova admissão.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 ponto importa explicar que não existe um único modelo ideal para todos os contextos. A regressão logística é valiosa porque é simples e interpretável, funcionando muito bem como baseline. Já a rede neural tenta capturar relações mais complexas e aumentar a sensibilidade na deteção dos casos positivos. Por isso, a comparação entre modelos foi orientada por métricas mais adequadas ao problema, sobretudo recall e ROC-AUC.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fecha a comparação dos modelos. A regressão logística obteve um comportamento global estável e um ROC-AUC ligeiramente superior, mas praticamente não recuperou casos positivos. A rede neural, apesar de perder em precisão, aumentou bastante o recall, passando para 29,41 por cento. Em saúde, essa troca pode ser aceitável, porque é muitas vezes preferível sinalizar mais casos de risco para avaliação adicional do que deixar escapar doentes potencialmente vulneráveis.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existir tempo no final, este é o slide de transição para a demo. O dashboard foi pensado para mostrar rapidamente a dimensão do dataset, o desequilíbrio da variável-alvo, alguns sinais exploratórios e a comparação entre modelos. A sequência mais eficaz é abrir a visão geral, mostrar os KPIs principais, passar para a importância das variáveis e terminar com a comparação entre regressão logística e rede neural.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concluir, este projeto mostrou que a predição de readmissão precoce é viável, mas exige cuidado metodológico devido ao desequilíbrio entre classes. O sinal mais relevante vem sobretudo do histórico hospitalar e da complexidade clínica. A rede neural revelou maior utilidade para triagem, enquanto a regressão logística continua importante como referência interpretável. Como passos seguintes, faria sentido ajustar thresholds, testar reamostragem e aprofundar 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99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314E"/>
                </a:solidFill>
              </a:rPr>
              <a:t>Predição do Risco
de Readmissão Hospitalar</a:t>
            </a:r>
          </a:p>
          <a:p>
            <a:r>
              <a:rPr sz="1400">
                <a:solidFill>
                  <a:srgbClr val="667180"/>
                </a:solidFill>
              </a:rPr>
              <a:t>Apresentação final · Applied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73152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45552" y="859536"/>
            <a:ext cx="3419855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Mensagem central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Antecipar readmissões em menos de 30 dias pode apoiar decisões clínicas, seguimento e gestão hospitalar.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O projeto combina preparação rigorosa dos dados, comparação de modelos e interpretação das variáveis mais relevantes.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2120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871216"/>
            <a:ext cx="488289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Instituição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Escola Superior de Gestão e Tecnologia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Instituto Politécnico de Santarém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2743200"/>
            <a:ext cx="5349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2871216"/>
            <a:ext cx="502005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Autores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Isaac Mendes · 250001162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Rodrigo Calado · 250001513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Tiago Amorim · 120118010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Docente: Prof. Maryam Abbasi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111496"/>
            <a:ext cx="10460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Base técnica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Repositório do projeto, main.ipynb, dashboard.py e dataset “Diabetes 130-US Hospitals for Years 1999–2008”.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Problema 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Readmissão precoce como problema clínico e de gestão.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6118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45336"/>
            <a:ext cx="328269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Porque é importante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Readmissão em menos de 30 dias é um indicador relevante de qualidade assistencial.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Doentes com diabetes têm percursos clínicos complexos e risco heterogéneo.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Um modelo preditivo pode ajudar a priorizar acompanhamento e intervenção.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6118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545336"/>
            <a:ext cx="328269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Objetivos do trabalho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Prever a probabilidade de readmissão precoce.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Identificar variáveis clínicas e administrativas com maior influência.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Comparar modelos com perfis distintos: interpretável vs. mais flexível.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17320"/>
            <a:ext cx="3108960" cy="425196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545336"/>
            <a:ext cx="277977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Pergunta orientadora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Quais os sinais presentes no histórico hospitalar que melhor ajudam a antecipar uma nova admissão em menos de 30 dias?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Dataset utilizado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Conjunto de dados hospitalares sobre doentes com diabetes, com origem na UCI Machine Learning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0F3F7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90472"/>
            <a:ext cx="190195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2314E"/>
                </a:solidFill>
              </a:rPr>
              <a:t>101 766</a:t>
            </a:r>
          </a:p>
          <a:p>
            <a:pPr algn="ctr"/>
            <a:r>
              <a:rPr sz="1050">
                <a:solidFill>
                  <a:srgbClr val="667180"/>
                </a:solidFill>
              </a:rPr>
              <a:t>registos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417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0F3F7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00984" y="1490472"/>
            <a:ext cx="190195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2314E"/>
                </a:solidFill>
              </a:rPr>
              <a:t>53</a:t>
            </a:r>
          </a:p>
          <a:p>
            <a:pPr algn="ctr"/>
            <a:r>
              <a:rPr sz="1050">
                <a:solidFill>
                  <a:srgbClr val="667180"/>
                </a:solidFill>
              </a:rPr>
              <a:t>variáveis originais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17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0F3F7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5584" y="1490472"/>
            <a:ext cx="190195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2314E"/>
                </a:solidFill>
              </a:rPr>
              <a:t>80/20</a:t>
            </a:r>
          </a:p>
          <a:p>
            <a:pPr algn="ctr"/>
            <a:r>
              <a:rPr sz="1050">
                <a:solidFill>
                  <a:srgbClr val="667180"/>
                </a:solidFill>
              </a:rPr>
              <a:t>treino / teste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2194560" cy="1005840"/>
          </a:xfrm>
          <a:prstGeom prst="roundRect">
            <a:avLst>
              <a:gd name="adj" fmla="val 10000"/>
            </a:avLst>
          </a:prstGeom>
          <a:solidFill>
            <a:srgbClr val="F0F3F7"/>
          </a:solidFill>
          <a:ln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490472"/>
            <a:ext cx="1901952" cy="8595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2314E"/>
                </a:solidFill>
              </a:rPr>
              <a:t>&lt;30 dias</a:t>
            </a:r>
          </a:p>
          <a:p>
            <a:pPr algn="ctr"/>
            <a:r>
              <a:rPr sz="1050">
                <a:solidFill>
                  <a:srgbClr val="667180"/>
                </a:solidFill>
              </a:rPr>
              <a:t>classe positiva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4754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871216"/>
            <a:ext cx="442569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Origem e conteúdo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Dataset: Diabetes 130-US Hospitals.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Inclui idade, género, raça, diagnósticos, medicação, exames e histórico hospitalar.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Foi usado um ficheiro de mapeamento para descodificar admission type, discharge disposition e admission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74320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2871216"/>
            <a:ext cx="547725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O que torna este dataset útil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Tem escala suficiente para testar abordagens supervisionadas.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Combina informação clínica e administrativa.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Permite estudar um problema real com forte impacto operacional.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03520"/>
            <a:ext cx="107899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431536"/>
            <a:ext cx="10460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Fonte</a:t>
            </a:r>
          </a:p>
          <a:p>
            <a:pPr>
              <a:spcAft>
                <a:spcPts val="400"/>
              </a:spcAft>
              <a:defRPr sz="1000">
                <a:solidFill>
                  <a:srgbClr val="2D333B"/>
                </a:solidFill>
              </a:defRPr>
            </a:pPr>
            <a:r>
              <a:t>UCI Machine Learning Repository · dataset 296 · Diabetes 130-US Hospitals for Years 1999–2008.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PREPARAÇÃO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Limpeza e transformação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A preparação foi decisiva para tornar o problema treinável, comparável e interpretável.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4754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82496"/>
            <a:ext cx="44256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1. Limpeza inicial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Remoção de encounter_id e patient_nbr.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Eliminação de colunas com muitas faltas: weight, payer_code e medical_specialty.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4754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682496"/>
            <a:ext cx="44256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2. Normalização semântica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Conversão dos escalões etários para valores médios.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Mapeamento dos códigos de admissão, alta e origem.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4754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968496"/>
            <a:ext cx="44256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3. Tratamento dos diagnósticos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Imputação pela moda em race e diag_1/2/3.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Agrupamento ICD-9 em categorias como Diabetes, Respiratory e Digestive.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475488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968496"/>
            <a:ext cx="44256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4. Preparação para modelação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One-hot encoding das variáveis categóricas.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Normalização, alinhamento de features e divisão estratificada treino/teste.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ALVO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Distribuição da variável-alvo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O principal desafio do problema é o forte desequilíbrio entre classes.</a:t>
            </a:r>
          </a:p>
        </p:txBody>
      </p:sp>
      <p:pic>
        <p:nvPicPr>
          <p:cNvPr id="5" name="Picture 4" descr="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37073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508760"/>
            <a:ext cx="55778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636776"/>
            <a:ext cx="524865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Leitura do resultado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 maioria dos casos pertence à classe sem readmissão precoce.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Accuracy isolada pode ser enganadora neste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2461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3872" y="3374136"/>
            <a:ext cx="5248656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Implicação para a modelação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Interessa detetar mais casos de risco, mesmo aceitando algum aumento de falsos positivos.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Por isso, recall, ROC-AUC e estratégias de balanceamento ganham importância.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Principais observações exploratórias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O histórico de utilização hospitalar concentra boa parte do sinal preditivo.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45336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Perfil etário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Os grupos etários mais velhos estão mais representados no dataset.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No notebook, a faixa [70–80) surge como a mais frequente.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45336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Taxa por grupos demográficos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As taxas observadas por raça são relativamente próximas entre si.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Isso sugere que a diferença não é explicada apenas por um único fator demográfico.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291840" cy="448056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545336"/>
            <a:ext cx="296265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Leitura analítica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Variáveis ligadas a internamentos prévios, urgência e tempo de internamento parecem mais informativas.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 percurso clínico do doente tende a carregar o sinal mais útil para previsão.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IMPORTÂNCIA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Variáveis com maior influência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O Random Forest foi usado para ajudar a interpretar quais os sinais mais relevantes.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669280" cy="303820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417320"/>
            <a:ext cx="4663440" cy="448056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1545336"/>
            <a:ext cx="433425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Interpretação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 número de internamentos prévios surge como variável dominante.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 tipo de alta aparece como segundo sinal forte.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Urgência, número de diagnósticos e tempo de internamento reforçam o padrão de complexidade clínica.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Modelos avaliados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Foram comparadas abordagens com vantagens diferentes em interpretabilidade e sensibilidade.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83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28216"/>
            <a:ext cx="305409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Regressão Logística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Baseline simples, estável e interpretável.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Treino com class_weight = balanced para lidar melhor com o desequilíbrio.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Útil como referência para perceber limites e ganhos de modelos mais complexos.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3832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728216"/>
            <a:ext cx="305409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Rede Neural densa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Arquitetura multicamada adequada a dados tabulares.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No notebook original foram usadas Batch Normalization, Dropout e early stopping.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Objetivo: ganhar sensibilidade na deteção dos casos de risco.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154680" cy="411480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28216"/>
            <a:ext cx="2825496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Critério de comparação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Não basta comparar accuracy.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 decisão deve considerar recall, ROC-AUC e utilidade clínica.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 melhor modelo depende do objetivo prático da triagem.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Comparação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A escolha do melhor modelo depende da prioridade: interpretar melhor ou detetar mais casos de risco.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36776"/>
            <a:ext cx="3054096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Regressão Logística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ROC-AUC ligeiramente superior.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Quase não identifica a classe positiva.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Recall observado: 2,77%.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Ponto forte: simplicidade e interpretabilidade.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36776"/>
            <a:ext cx="3054096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Rede Neural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Recall claramente superior.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Recall observado: 29,41%.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Menor precisão, mas maior capacidade de sinalização.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Ponto forte: utilidade para triagem clínica.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08760"/>
            <a:ext cx="3154680" cy="347472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36776"/>
            <a:ext cx="2825496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Leitura crítica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Num cenário clínico, falhar um caso de risco pode ser mais grave do que gerar um falso positivo.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Por isso, o aumento do recall pode justificar a escolha de um modelo menos conservador.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6527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385816"/>
            <a:ext cx="103235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Mensagem principal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 rede neural mostrou-se mais útil para sinalização de risco, enquanto a regressão logística manteve valor como baseline interpretável.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Demo opcional para o fim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Caso haja tempo, o dashboard permite mostrar o pipeline, a exploração dos dados e a comparação dos modelos de forma interativa.</a:t>
            </a:r>
          </a:p>
        </p:txBody>
      </p:sp>
      <p:pic>
        <p:nvPicPr>
          <p:cNvPr id="5" name="Picture 4" descr="dashboard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452360" cy="41919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417320"/>
            <a:ext cx="310896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94192" y="1545336"/>
            <a:ext cx="2779776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O que mostrar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KPIs do dataset e do desequilíbrio.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Exploração rápida de idade, internamentos prévios e tempo de internamento.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Comparação de modelos e importância das variáveis.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11880"/>
            <a:ext cx="3108960" cy="210312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3739896"/>
            <a:ext cx="277977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Fluxo sugerido da demo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1. Abrir a secção “Visão geral”.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2. Mostrar a classe alvo e a importância de number_inpatient.</a:t>
            </a:r>
          </a:p>
          <a:p>
            <a:pPr>
              <a:spcAft>
                <a:spcPts val="400"/>
              </a:spcAft>
              <a:defRPr sz="1050">
                <a:solidFill>
                  <a:srgbClr val="2D333B"/>
                </a:solidFill>
              </a:defRPr>
            </a:pPr>
            <a:r>
              <a:t>3. Fechar com a comparação entre baseline e rede neural.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O dashboard em Streamlit acompanha esta apresentação como artefacto complementar de demonstração.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992A3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2314E"/>
                </a:solidFill>
              </a:rPr>
              <a:t>Conclusões e 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180"/>
                </a:solidFill>
              </a:rPr>
              <a:t>Síntese final do trabalho e caminhos de melhoria.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1663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28216"/>
            <a:ext cx="483717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Conclusões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 problema é fortemente desequilibrado, o que limita métricas globais como accuracy.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O histórico de contacto hospitalar é o principal conjunto de sinais preditivos.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 rede neural mostrou maior utilidade para sinalização de risco.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 regressão logística mantém valor como baseline interpretável.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00200"/>
            <a:ext cx="5166360" cy="4206240"/>
          </a:xfrm>
          <a:prstGeom prst="roundRect">
            <a:avLst>
              <a:gd name="adj" fmla="val 8000"/>
            </a:avLst>
          </a:prstGeom>
          <a:solidFill>
            <a:srgbClr val="F0F3F7"/>
          </a:solidFill>
          <a:ln w="15240">
            <a:solidFill>
              <a:srgbClr val="DD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1728216"/>
            <a:ext cx="4837176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2314E"/>
                </a:solidFill>
              </a:rPr>
              <a:t>Trabalho futuro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Ajuste do threshold de decisão.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Técnicas de reamostragem e calibração.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Engenharia adicional de variáveis.</a:t>
            </a:r>
          </a:p>
          <a:p>
            <a:pPr>
              <a:spcAft>
                <a:spcPts val="400"/>
              </a:spcAft>
              <a:defRPr sz="1100">
                <a:solidFill>
                  <a:srgbClr val="2D333B"/>
                </a:solidFill>
              </a:defRPr>
            </a:pPr>
            <a:r>
              <a:t>Validação extra e eventual integração com fluxos clínicos.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00800"/>
            <a:ext cx="11064240" cy="0"/>
          </a:xfrm>
          <a:prstGeom prst="line">
            <a:avLst/>
          </a:prstGeom>
          <a:ln w="12700">
            <a:solidFill>
              <a:srgbClr val="DD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419088"/>
            <a:ext cx="10607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67180"/>
                </a:solidFill>
              </a:rPr>
              <a:t>Baseado no repositório do projeto, no notebook principal e no dataset UCI.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