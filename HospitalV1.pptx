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D1CA"/>
              </a:solidFill>
              <a:effectLst/>
            </c:spPr>
          </c:dPt>
          <c:dPt>
            <c:idx val="1"/>
            <c:bubble3D val="0"/>
            <c:spPr>
              <a:solidFill>
                <a:srgbClr val="20808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8251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8251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Sem readmissão &lt;30d</c:v>
                </c:pt>
                <c:pt idx="1">
                  <c:v>Readmissão &lt;30d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88.84</c:v>
                </c:pt>
                <c:pt idx="1">
                  <c:v>11.16</c:v>
                </c:pt>
              </c:numCache>
            </c:numRef>
          </c:val>
        </c:ser>
        <c:firstSliceAng val="0"/>
        <c:holeSize val="62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51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Internamentos prévios</c:v>
                  </c:pt>
                  <c:pt idx="1">
                    <c:v>Tipo de alta</c:v>
                  </c:pt>
                  <c:pt idx="2">
                    <c:v>Idas à urgência</c:v>
                  </c:pt>
                  <c:pt idx="3">
                    <c:v>N.º diagnósticos</c:v>
                  </c:pt>
                  <c:pt idx="4">
                    <c:v>Dias internado</c:v>
                  </c:pt>
                  <c:pt idx="5">
                    <c:v>N.º medicamentos</c:v>
                  </c:pt>
                  <c:pt idx="6">
                    <c:v>N.º análises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0.1329</c:v>
                </c:pt>
                <c:pt idx="1">
                  <c:v>0.0459</c:v>
                </c:pt>
                <c:pt idx="2">
                  <c:v>0.0368</c:v>
                </c:pt>
                <c:pt idx="3">
                  <c:v>0.0241</c:v>
                </c:pt>
                <c:pt idx="4">
                  <c:v>0.0238</c:v>
                </c:pt>
                <c:pt idx="5">
                  <c:v>0.0207</c:v>
                </c:pt>
                <c:pt idx="6">
                  <c:v>0.0183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8251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82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4D1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6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Regressão Logística</c:v>
                </c:pt>
              </c:strCache>
            </c:strRef>
          </c:tx>
          <c:spPr>
            <a:solidFill>
              <a:srgbClr val="D4D1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51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ROC-AUC</c:v>
                  </c:pt>
                  <c:pt idx="1">
                    <c:v>Recall</c:v>
                  </c:pt>
                  <c:pt idx="2">
                    <c:v>Precisão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0.6604</c:v>
                </c:pt>
                <c:pt idx="1">
                  <c:v>0.0277</c:v>
                </c:pt>
                <c:pt idx="2">
                  <c:v>0.3987</c:v>
                </c:pt>
                <c:pt idx="3">
                  <c:v>0.0519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Rede Neural Keras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51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ROC-AUC</c:v>
                  </c:pt>
                  <c:pt idx="1">
                    <c:v>Recall</c:v>
                  </c:pt>
                  <c:pt idx="2">
                    <c:v>Precisão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0.6463</c:v>
                </c:pt>
                <c:pt idx="1">
                  <c:v>0.2941</c:v>
                </c:pt>
                <c:pt idx="2">
                  <c:v>0.2216</c:v>
                </c:pt>
                <c:pt idx="3">
                  <c:v>0.2528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8251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82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12700" cap="flat">
              <a:solidFill>
                <a:srgbClr val="D4D1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6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614"/>
          </a:solidFill>
          <a:ln w="12700">
            <a:solidFill>
              <a:srgbClr val="1716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128016" cy="388620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804672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Predição do Risco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Readmissão Hospitalar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86968" y="21214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de Applied Artificial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06440" y="768096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16752" y="932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16752" y="11338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Superior de Gestão e Tecnologia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de Santarém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4206240" cy="1060704"/>
          </a:xfrm>
          <a:prstGeom prst="roundRect">
            <a:avLst>
              <a:gd name="adj" fmla="val 6897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54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32735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Mendes · 250001162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Calado · 250001513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Amorim · 120118010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16752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Prof. Maryam Abbasi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e objetivo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readmissões precoces pode apoiar decisões clínicas e gestão hospitalar.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150876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37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Porque é importante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029968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readmissão em menos de 30 dias é um indicador relevante de qualidade assistencial.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Doentes com diabetes apresentam trajetórias clínicas complexas e risco heterogéneo.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 podem ajudar a priorizar seguimento e intervenção.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73168" y="1737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do trabalho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73168" y="2029968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probabilidade de readmissão hospitalar em menos de 30 dias.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variáveis clínicas e administrativas com maior influência no risco.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com diferentes perfis: interpretável vs. mais flexível.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utilizado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hospitalar com informação clínica, terapêutica e administrativa.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101 766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67512" y="199339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registos na base original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14173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60020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651760" y="199339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originais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5656" y="14173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60020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270248" y="199339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treino/teste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160020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&lt;30 dias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071616" y="199339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positiva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578608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16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Origem e conteúdo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" y="309067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Diabetes 130-US Hospitals.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idade, género, raça, diagnósticos, medicação, exames e histórico hospitalar.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utilizado um ficheiro de mapeamento para descodificar admission type, discharge disposition e admission source.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2578608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816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dos dados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36592" y="30906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notebook, a leitura foi feita em blocos para maior eficiência de memória.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os dados são carregados e preparados para exploração interativa e treino dos modelos.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Limpeza e transformação dos 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da preparação foi determinante para tornar o problema treinável e comparável.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508760"/>
            <a:ext cx="4069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Tratamento inicial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00600" y="17373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Preparação para modelação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identificadores como encounter_id e patient_nbr.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colunas com elevada percentagem de valores em falta, como weight, payer_code e medical_specialty.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dos escalões etários em valores numéricos médios.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 pela moda em variáveis-chave, como race e diag_1, diag_2, diag_3.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cardinalidade dos diagnósticos, mantendo os 20 valores mais frequentes.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encoding, normalização e divisão estratificada em treino e teste.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Distribuição da variável-alvo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principal desafio do problema é o forte desequilíbrio entre classes.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7947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417320"/>
            <a:ext cx="40690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804672" y="1810512"/>
          <a:ext cx="28346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737360" y="2340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11,16%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19072" y="26883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readmissão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00600" y="1700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do resultado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800600" y="199339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casos pertence à classe sem readmissão precoce.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accuracy isolada pode ser enganadora neste contexto.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saúde, interessa sinalizar mais casos de risco.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00600" y="3072384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325526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88,84%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965192" y="36484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negativa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19088" y="3072384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325526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11,16%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583680" y="36484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positiva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Principais observações exploratórias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de utilização hospitalar parece concentrar boa parte do sinal preditivo.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481328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481328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556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etário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2996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grupos etários mais velhos estão mais representados no dataset.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notebook, a faixa [70-80) é a mais frequente.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Taxa por raça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029968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taxas observadas são relativamente próximas entre grupos.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Caucasian 11,29%, AfricanAmerican 11,22%, Hispanic 10,41%.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analítica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0299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ligadas a internamentos prévios, urgência e tempo de internamento parecem mais informativas.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útil vem sobretudo do percurso clínico do doente.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Variáveis com maior influência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Random Forest destaca sobretudo o histórico de contacto hospitalar como sinal de risco.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84632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32120" y="1417320"/>
            <a:ext cx="310896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13232" y="1783080"/>
          <a:ext cx="4343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742432" y="17190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Interpretação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42432" y="19933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internamentos prévios é a variável dominante.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alta surge como segundo sinal mais relevante.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Urgência, número de diagnósticos e tempo de internamento reforçam o padrão de complexidade clínica.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avaliados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comparadas abordagens com diferentes vantagens em interpretabilidade e sensibilidade.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840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463040"/>
            <a:ext cx="40690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55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Regressão Logística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baseline simples, estável e interpretável.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foi treinado com class_weight = balanced.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como referência para perceber limites e vantagens de modelos mais complexos.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7556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 Neural Keras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28032" y="20574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densa com Batch Normalization e Dropout.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class weights para compensar o desequilíbrio 89% / 11%.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monitorizado por validation AUC para reduzir overfitting.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Comparação de desempenho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melhor modelo depende da prioridade: interpretar melhor ou detetar mais casos de risco.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663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13716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737360"/>
          <a:ext cx="41605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50992" y="1700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crítica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50992" y="199339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regressão logística atinge ROC-AUC ligeiramente superior, mas quase não identifica a classe positiva.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neural aumenta o recall de 2,77% para 29,41%, com menor precisão.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cenário clínico, o recall tende a ser mais relevante do que a accuracy isolada.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Conclusões e próximos passos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60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final do trabalho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1792" y="164592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64592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Conclusões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fortemente desequilibrado, o que limita métricas globais como accuracy.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neural mostrou maior utilidade para sinalização de risco.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regressão logística mantém valor como baseline interpretável.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64608" y="1901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Trabalho futuro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64608" y="2176272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do threshold de decisão.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reamostragem e calibração.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variáveis e validação adicional.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4370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do Risco de Readmissão Hospitalar</dc:title>
  <dc:subject>Predição do risco de readmissão hospitalar</dc:subject>
  <dc:creator>Perplexity Computer</dc:creator>
  <cp:lastModifiedBy>Perplexity Computer</cp:lastModifiedBy>
  <cp:revision>1</cp:revision>
  <dcterms:created xsi:type="dcterms:W3CDTF">2026-04-03T13:13:54Z</dcterms:created>
  <dcterms:modified xsi:type="dcterms:W3CDTF">2026-04-03T13:13:54Z</dcterms:modified>
</cp:coreProperties>
</file>